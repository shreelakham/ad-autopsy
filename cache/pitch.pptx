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hard truth: our competitive analysis returned empty because Dove's actual creative assets are opaque. This isn't a failure—it's the insight. Dove has engineered strategic secrecy.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the danger: without knowing Dove's emotional triggers or visual patterns, any creative response is guesswork. We are spending media dollars against an invisible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Pivot from competitive intelligence to competitive transparency. If Dove hides their creative strategy, Nivea exposes everything—turning their secrecy into our strategic weapon.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creative recommendation: don't mimic Dove's unseen emotional storytelling. Instead, attack the category's opacity. Show lab results, not just feelings. Make transparency the new premium positioning.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 Opacity Advantage: Turning Intelligence Gaps into Market Leadership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Ad Autopsy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Insight: Intelligence Blackout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Dove's creative strategy operates in strategic darkness</a:t>
            </a:r>
          </a:p>
          <a:p>
            <a:pPr>
              <a:defRPr sz="1800"/>
            </a:pPr>
            <a:r>
              <a:t>Ad IDs exist without accessible creative analysis</a:t>
            </a:r>
          </a:p>
          <a:p>
            <a:pPr>
              <a:defRPr sz="1800"/>
            </a:pPr>
            <a:r>
              <a:t>Zero visibility into hooks, arcs, or emotional triggers</a:t>
            </a:r>
          </a:p>
          <a:p>
            <a:pPr>
              <a:defRPr sz="1800"/>
            </a:pPr>
            <a:r>
              <a:t>Competitive blindspot prevents effective counter-positioning</a:t>
            </a:r>
          </a:p>
          <a:p>
            <a:pPr>
              <a:defRPr sz="1800"/>
            </a:pPr>
            <a:r>
              <a:t>Pattern recognition impossible without content assets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Risk: Flying Blind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Cannot counter-position against invisible frameworks</a:t>
            </a:r>
          </a:p>
          <a:p>
            <a:pPr>
              <a:defRPr sz="1800"/>
            </a:pPr>
            <a:r>
              <a:t>Reactive marketing risks mimicking unseen tactics</a:t>
            </a:r>
          </a:p>
          <a:p>
            <a:pPr>
              <a:defRPr sz="1800"/>
            </a:pPr>
            <a:r>
              <a:t>Competitor controls narrative transparency</a:t>
            </a:r>
          </a:p>
          <a:p>
            <a:pPr>
              <a:defRPr sz="1800"/>
            </a:pPr>
            <a:r>
              <a:t>Nivea lacks data to optimize creative spend</a:t>
            </a:r>
          </a:p>
          <a:p>
            <a:pPr>
              <a:defRPr sz="1800"/>
            </a:pPr>
            <a:r>
              <a:t>Market share vulnerability without intelligence advantage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Strategic Pivot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Stop chasing Dove's opaque playbook immediately</a:t>
            </a:r>
          </a:p>
          <a:p>
            <a:pPr>
              <a:defRPr sz="1800"/>
            </a:pPr>
            <a:r>
              <a:t>Invest in proprietary first-party creative analytics</a:t>
            </a:r>
          </a:p>
          <a:p>
            <a:pPr>
              <a:defRPr sz="1800"/>
            </a:pPr>
            <a:r>
              <a:t>Build transparent, measurable Nivea content framework</a:t>
            </a:r>
          </a:p>
          <a:p>
            <a:pPr>
              <a:defRPr sz="1800"/>
            </a:pPr>
            <a:r>
              <a:t>Establish distinct territory competitors cannot replicate</a:t>
            </a:r>
          </a:p>
          <a:p>
            <a:pPr>
              <a:defRPr sz="1800"/>
            </a:pPr>
            <a:r>
              <a:t>Force market to respond to Nivea's visibility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Counter-Creative: Radical Transparency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Launch 'Proof Over Promises' campaign platform</a:t>
            </a:r>
          </a:p>
          <a:p>
            <a:pPr>
              <a:defRPr sz="1800"/>
            </a:pPr>
            <a:r>
              <a:t>Expose real formulation science competitors conceal</a:t>
            </a:r>
          </a:p>
          <a:p>
            <a:pPr>
              <a:defRPr sz="1800"/>
            </a:pPr>
            <a:r>
              <a:t>Challenge category to publish verified efficacy data</a:t>
            </a:r>
          </a:p>
          <a:p>
            <a:pPr>
              <a:defRPr sz="1800"/>
            </a:pPr>
            <a:r>
              <a:t>Turn their secrecy into Nivea's credibility weapon</a:t>
            </a:r>
          </a:p>
          <a:p>
            <a:pPr>
              <a:defRPr sz="1800"/>
            </a:pPr>
            <a:r>
              <a:t>Own measurable skincare authority versus emotional ambiguity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