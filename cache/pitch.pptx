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Dove has successfully occupied the psychological self-esteem space for two decades, the market has become saturated with purpose-driven storytelling. Our analysis reveals an underserved segment that prioritizes dermatological efficacy over emotional catharsis. This insight reveals a whitespace where skin health is treated as a measurable biological outcome rather than an abstract emotional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Dove's video advertising consistently leverages social purpose and real-body positivity to create emotional resonance. Their formula relies on cathartic moments of self-acceptance rather than product performance metrics. This approach, while effective for brand warmth, leaves the functional efficacy territory unclaimed.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competitive landscape reveals a stark divide: brands either sell fantasy (aspirational beauty) or therapy (emotional healing). No major player occupies the 'evidence-based care' position that treats skincare as a scientific discipline with quantifiable outcomes. This gap represents Nivea's opportunity to own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Nivea can exploit the tension between Dove's abstract empowerment and tangible skincare results. By positioning as the dermatologically-verified alternative, we capture consumers who are tired of empowerment rhetoric and seek measurable barrier repair, moisture retention data, and clinical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creative execution deliberately inverts Dove's formula. Instead of emotional storytelling, we use scientific visualization: dermatoscope imagery, data curves, and laboratory settings. The tone shifts from nurturing to authoritative. The script explicitly rejects campaign-heavy rhetoric in favor of chemistry and proof, positioning Nivea as the antidote to sentimental skincare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NIVEA: Claiming the Clinical High Ground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Ad Autopsy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INSIGHT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Dove owns 'Real Beauty' emotional empowerment narrative</a:t>
            </a:r>
          </a:p>
          <a:p>
            <a:pPr>
              <a:defRPr sz="1800"/>
            </a:pPr>
            <a:r>
              <a:t>Market saturated with sentimentality and abstract self-esteem messaging</a:t>
            </a:r>
          </a:p>
          <a:p>
            <a:pPr>
              <a:defRPr sz="1800"/>
            </a:pPr>
            <a:r>
              <a:t>Consumers seek measurable, scientific skincare results</a:t>
            </a:r>
          </a:p>
          <a:p>
            <a:pPr>
              <a:defRPr sz="1800"/>
            </a:pPr>
            <a:r>
              <a:t>Strategic gap: Biological outcomes vs. emotional states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COMPETITION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Dove = Psychological empowerment, social purpose campaigns</a:t>
            </a:r>
          </a:p>
          <a:p>
            <a:pPr>
              <a:defRPr sz="1800"/>
            </a:pPr>
            <a:r>
              <a:t>20 years of 'Real Beauty' = emotion-heavy, sentimentality-driven</a:t>
            </a:r>
          </a:p>
          <a:p>
            <a:pPr>
              <a:defRPr sz="1800"/>
            </a:pPr>
            <a:r>
              <a:t>Category convention: Cathartic storytelling over clinical proof</a:t>
            </a:r>
          </a:p>
          <a:p>
            <a:pPr>
              <a:defRPr sz="1800"/>
            </a:pPr>
            <a:r>
              <a:t>Result: Efficacy claims drowned in feel-good messaging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STRATEGIC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Skin health treated as emotional state, not biological outcome</a:t>
            </a:r>
          </a:p>
          <a:p>
            <a:pPr>
              <a:defRPr sz="1800"/>
            </a:pPr>
            <a:r>
              <a:t>No major brand owns dermatologically-verified efficacy</a:t>
            </a:r>
          </a:p>
          <a:p>
            <a:pPr>
              <a:defRPr sz="1800"/>
            </a:pPr>
            <a:r>
              <a:t>Trust gap: Consumers demand proof, not just promises</a:t>
            </a:r>
          </a:p>
          <a:p>
            <a:pPr>
              <a:defRPr sz="1800"/>
            </a:pPr>
            <a:r>
              <a:t>White space: Measurable care vs. abstract empowerment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Position Nivea as 'evidence-based care' authority</a:t>
            </a:r>
          </a:p>
          <a:p>
            <a:pPr>
              <a:defRPr sz="1800"/>
            </a:pPr>
            <a:r>
              <a:t>Replace sentimentality with scientific credibility</a:t>
            </a:r>
          </a:p>
          <a:p>
            <a:pPr>
              <a:defRPr sz="1800"/>
            </a:pPr>
            <a:r>
              <a:t>Target informed consumers seeking visible, quantifiable results</a:t>
            </a:r>
          </a:p>
          <a:p>
            <a:pPr>
              <a:defRPr sz="1800"/>
            </a:pPr>
            <a:r>
              <a:t>Own the laboratory, not just the mirror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COUNTER-CREATIVE 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Angle: 'Measured Efficacy' over emotional catharsis</a:t>
            </a:r>
          </a:p>
          <a:p>
            <a:pPr>
              <a:defRPr sz="1800"/>
            </a:pPr>
            <a:r>
              <a:t>Open on dermatoscope imaging skin texture</a:t>
            </a:r>
          </a:p>
          <a:p>
            <a:pPr>
              <a:defRPr sz="1800"/>
            </a:pPr>
            <a:r>
              <a:t>Graph: 72-hour moisture retention curve climbing</a:t>
            </a:r>
          </a:p>
          <a:p>
            <a:pPr>
              <a:defRPr sz="1800"/>
            </a:pPr>
            <a:r>
              <a:t>VO: 'Confidence starts with chemistry. Not campaigns.'</a:t>
            </a:r>
          </a:p>
          <a:p>
            <a:pPr>
              <a:defRPr sz="1800"/>
            </a:pPr>
            <a:r>
              <a:t>Woman examines her own skin sample, nods</a:t>
            </a:r>
          </a:p>
          <a:p>
            <a:pPr>
              <a:defRPr sz="1800"/>
            </a:pPr>
            <a:r>
              <a:t>Super: 'Proven barrier repair. 0% rhetoric.'</a:t>
            </a:r>
          </a:p>
          <a:p>
            <a:pPr>
              <a:defRPr sz="1800"/>
            </a:pPr>
            <a:r>
              <a:t>Tagline: 'Care you can measure.'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