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with the hard truth from the JSON analysis: the dataset contains only ad identifiers without required metadata for competitive deconstruction.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Highlighting the business risk of creating counter-creative without knowing what we are countering.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necessary intermediate step before any creative work can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counter-creative recommendation is strategic patience: we cannot recommend creative angles until we analyze actual content. This prevents budget waste.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Competitive Blind Spot: Intelligence Before Creative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Ad Autopsy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Insight: We Have IDs, Not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Dove ad IDs identified: 2 assets flagged in dataset</a:t>
            </a:r>
          </a:p>
          <a:p>
            <a:pPr>
              <a:defRPr sz="1800"/>
            </a:pPr>
            <a:r>
              <a:t>Zero tactical metadata: No hooks, arcs, or visual cues mapped</a:t>
            </a:r>
          </a:p>
          <a:p>
            <a:pPr>
              <a:defRPr sz="1800"/>
            </a:pPr>
            <a:r>
              <a:t>Analysis impossible without full creative assets and timestamps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Risk: Flying Blind Into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Unmapped competitive landscape risks wasted media spend</a:t>
            </a:r>
          </a:p>
          <a:p>
            <a:pPr>
              <a:defRPr sz="1800"/>
            </a:pPr>
            <a:r>
              <a:t>No visibility into Dove's emotional beats or messaging cadence</a:t>
            </a:r>
          </a:p>
          <a:p>
            <a:pPr>
              <a:defRPr sz="1800"/>
            </a:pPr>
            <a:r>
              <a:t>Danger of unintentional imitation or missed differentiation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Pivot: Procurement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Immediate procurement of full video assets required</a:t>
            </a:r>
          </a:p>
          <a:p>
            <a:pPr>
              <a:defRPr sz="1800"/>
            </a:pPr>
            <a:r>
              <a:t>Frame-by-frame temporal mapping of hooks and visual patterns</a:t>
            </a:r>
          </a:p>
          <a:p>
            <a:pPr>
              <a:defRPr sz="1800"/>
            </a:pPr>
            <a:r>
              <a:t>Only then can exploitable positioning gaps emerge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Counter-Creative Recommendation: Pause &amp;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Suspend Nivea creative production pending competitive intelligence</a:t>
            </a:r>
          </a:p>
          <a:p>
            <a:pPr>
              <a:defRPr sz="1800"/>
            </a:pPr>
            <a:r>
              <a:t>Audit Dove's full creative archive with metadata extraction</a:t>
            </a:r>
          </a:p>
          <a:p>
            <a:pPr>
              <a:defRPr sz="1800"/>
            </a:pPr>
            <a:r>
              <a:t>Draft counter-creative only after verified gap analysis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